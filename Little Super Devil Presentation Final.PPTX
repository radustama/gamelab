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1506" y="-49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8AC14-6C3F-406E-AF7F-73834BE98F37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59083-2EB1-4010-A080-3628EF40BC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Michel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Gondry</a:t>
            </a:r>
            <a:r>
              <a:rPr lang="en-US" baseline="0" dirty="0" smtClean="0"/>
              <a:t>: Eternal sunshine of the Spotless Mind, The Science of Sleep,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659083-2EB1-4010-A080-3628EF40BC1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Michel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Gondry</a:t>
            </a:r>
            <a:r>
              <a:rPr lang="en-US" baseline="0" dirty="0" smtClean="0"/>
              <a:t>: Eternal sunshine of the Spotless Mind, The Science of Sleep,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659083-2EB1-4010-A080-3628EF40BC1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o-RO" smtClean="0"/>
              <a:t>Faceți clic pentru a edita stilul de titlu Coordonator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Faceți clic pentru editarea stilului de subtitlu al coordonatorului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B2AD-34D6-4093-8772-DC8079B6D005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Faceți clic pentru a edita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B2AD-34D6-4093-8772-DC8079B6D005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 smtClean="0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Faceți clic pentru a edita stilurile de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B2AD-34D6-4093-8772-DC8079B6D005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Faceți clic pentru a edita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Faceți clic pentru a edita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B2AD-34D6-4093-8772-DC8079B6D005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smtClean="0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Faceți clic pentru a edita stilurile de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Faceți clic pentru a edita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Faceți clic pentru a edita stilurile de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Faceți clic pentru a edita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B2AD-34D6-4093-8772-DC8079B6D005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B2AD-34D6-4093-8772-DC8079B6D005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B2AD-34D6-4093-8772-DC8079B6D005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 smtClean="0"/>
              <a:t>Faceți clic pentru a edita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Faceți clic pentru a edita stilurile de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B2AD-34D6-4093-8772-DC8079B6D005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Faceți clic pentru a edita stilurile de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B2AD-34D6-4093-8772-DC8079B6D005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 smtClean="0"/>
              <a:t>Faceți clic pentru a edita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B2AD-34D6-4093-8772-DC8079B6D005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o-RO" smtClean="0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o-RO" smtClean="0"/>
              <a:t>Faceți clic pentru a edita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B2AD-34D6-4093-8772-DC8079B6D005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Faceți clic pentru a edita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7B2AD-34D6-4093-8772-DC8079B6D005}" type="datetimeFigureOut">
              <a:rPr lang="en-US" smtClean="0"/>
              <a:pPr/>
              <a:t>10/20/2017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23D44-A265-4C35-B3D9-34A1C005FE0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powerpoint.sage-fox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Users\Stama\Desktop\indie-games-wallpap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3024"/>
            <a:ext cx="7772400" cy="1307315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5000" b="1" dirty="0" smtClean="0">
                <a:solidFill>
                  <a:schemeClr val="bg1">
                    <a:lumMod val="95000"/>
                  </a:schemeClr>
                </a:solidFill>
                <a:latin typeface="+mn-lt"/>
              </a:rPr>
              <a:t>LITTLE SUPER DEVIL</a:t>
            </a:r>
            <a:endParaRPr lang="en-US" sz="5000" b="1" dirty="0">
              <a:solidFill>
                <a:schemeClr val="bg1">
                  <a:lumMod val="95000"/>
                </a:schemeClr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2228850"/>
          </a:xfrm>
        </p:spPr>
        <p:txBody>
          <a:bodyPr>
            <a:normAutofit fontScale="85000" lnSpcReduction="20000"/>
          </a:bodyPr>
          <a:lstStyle/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err="1" smtClean="0">
                <a:solidFill>
                  <a:schemeClr val="bg1"/>
                </a:solidFill>
              </a:rPr>
              <a:t>Radu</a:t>
            </a:r>
            <a:r>
              <a:rPr lang="en-US" sz="1800" dirty="0" smtClean="0">
                <a:solidFill>
                  <a:schemeClr val="bg1"/>
                </a:solidFill>
              </a:rPr>
              <a:t> </a:t>
            </a:r>
            <a:r>
              <a:rPr lang="en-US" sz="1800" dirty="0" err="1" smtClean="0">
                <a:solidFill>
                  <a:schemeClr val="bg1"/>
                </a:solidFill>
              </a:rPr>
              <a:t>Stama</a:t>
            </a:r>
            <a:endParaRPr lang="en-US" sz="1800" dirty="0" smtClean="0">
              <a:solidFill>
                <a:schemeClr val="bg1"/>
              </a:solidFill>
            </a:endParaRPr>
          </a:p>
          <a:p>
            <a:r>
              <a:rPr lang="en-US" sz="1800" dirty="0" smtClean="0">
                <a:solidFill>
                  <a:schemeClr val="bg1"/>
                </a:solidFill>
              </a:rPr>
              <a:t>Raul </a:t>
            </a:r>
            <a:r>
              <a:rPr lang="en-US" sz="1800" dirty="0" err="1" smtClean="0">
                <a:solidFill>
                  <a:schemeClr val="bg1"/>
                </a:solidFill>
              </a:rPr>
              <a:t>Brumar</a:t>
            </a:r>
            <a:endParaRPr lang="en-US" sz="1800" dirty="0" smtClean="0">
              <a:solidFill>
                <a:schemeClr val="bg1"/>
              </a:solidFill>
            </a:endParaRPr>
          </a:p>
          <a:p>
            <a:r>
              <a:rPr lang="en-US" sz="1800" dirty="0" smtClean="0">
                <a:solidFill>
                  <a:schemeClr val="bg1"/>
                </a:solidFill>
              </a:rPr>
              <a:t>October 2017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3429000" y="160716"/>
            <a:ext cx="2286000" cy="228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</a:p>
          <a:p>
            <a:pPr algn="ctr"/>
            <a:r>
              <a:rPr 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Concept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2500312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ctr"/>
            <a:r>
              <a:rPr lang="en-US" sz="2000" dirty="0" smtClean="0">
                <a:solidFill>
                  <a:schemeClr val="bg1"/>
                </a:solidFill>
              </a:rPr>
              <a:t>Everyone goes to heaven, no matter what they do in life.</a:t>
            </a:r>
          </a:p>
          <a:p>
            <a:pPr marL="742950" indent="-742950" algn="ctr"/>
            <a:r>
              <a:rPr lang="en-US" sz="2000" dirty="0" smtClean="0">
                <a:solidFill>
                  <a:schemeClr val="bg1"/>
                </a:solidFill>
              </a:rPr>
              <a:t>You’re the only one that has ever escaped.</a:t>
            </a:r>
          </a:p>
          <a:p>
            <a:pPr marL="742950" indent="-742950" algn="ctr"/>
            <a:r>
              <a:rPr lang="en-US" sz="2000" dirty="0" smtClean="0">
                <a:solidFill>
                  <a:schemeClr val="bg1"/>
                </a:solidFill>
              </a:rPr>
              <a:t>Humanity needs your help because there’s no more room </a:t>
            </a:r>
          </a:p>
          <a:p>
            <a:pPr marL="742950" indent="-742950" algn="ctr"/>
            <a:r>
              <a:rPr lang="en-US" sz="2000" dirty="0" smtClean="0">
                <a:solidFill>
                  <a:schemeClr val="bg1"/>
                </a:solidFill>
              </a:rPr>
              <a:t>in Heaven and ‘they’ want to take over the earth.</a:t>
            </a:r>
          </a:p>
          <a:p>
            <a:pPr marL="742950" indent="-742950" algn="ctr"/>
            <a:endParaRPr lang="en-US" sz="2000" dirty="0" smtClean="0">
              <a:solidFill>
                <a:schemeClr val="bg1"/>
              </a:solidFill>
            </a:endParaRPr>
          </a:p>
          <a:p>
            <a:pPr marL="742950" indent="-742950" algn="ctr"/>
            <a:r>
              <a:rPr lang="en-US" sz="2000" dirty="0" smtClean="0">
                <a:solidFill>
                  <a:schemeClr val="bg1"/>
                </a:solidFill>
              </a:rPr>
              <a:t>		You’re a Little Super Devil that has been summoned by a</a:t>
            </a:r>
          </a:p>
          <a:p>
            <a:pPr marL="742950" indent="-742950" algn="ctr"/>
            <a:r>
              <a:rPr lang="en-US" sz="2000" dirty="0" smtClean="0">
                <a:solidFill>
                  <a:schemeClr val="bg1"/>
                </a:solidFill>
              </a:rPr>
              <a:t>Sorcerer called Bob.</a:t>
            </a:r>
          </a:p>
          <a:p>
            <a:pPr marL="742950" indent="-742950" algn="ctr"/>
            <a:r>
              <a:rPr lang="en-US" sz="2000" dirty="0" smtClean="0">
                <a:solidFill>
                  <a:schemeClr val="bg1"/>
                </a:solidFill>
              </a:rPr>
              <a:t>"Well... This is awkward. Hi Bob, what’s the deal?"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076" name="Picture 4" descr="C:\Users\Stama\Desktop\55cee9a541a6177f4acf8833695b19b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0" y="4265612"/>
            <a:ext cx="971550" cy="87788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785918" y="785800"/>
            <a:ext cx="1828800" cy="167335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500694" y="785800"/>
            <a:ext cx="1828800" cy="167335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85984" y="1214428"/>
            <a:ext cx="8178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chemeClr val="bg1">
                    <a:lumMod val="95000"/>
                  </a:schemeClr>
                </a:solidFill>
              </a:rPr>
              <a:t>3D</a:t>
            </a:r>
            <a:endParaRPr lang="en-US" sz="4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00760" y="1214428"/>
            <a:ext cx="8178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chemeClr val="bg1">
                    <a:lumMod val="95000"/>
                  </a:schemeClr>
                </a:solidFill>
              </a:rPr>
              <a:t>2D</a:t>
            </a:r>
            <a:endParaRPr lang="en-US" sz="4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43372" y="1214428"/>
            <a:ext cx="8354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VS</a:t>
            </a:r>
            <a:endParaRPr lang="en-US" sz="36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pic>
        <p:nvPicPr>
          <p:cNvPr id="4098" name="Picture 2" descr="C:\Users\Stama\Desktop\55cee9a541a6177f4acf8833695b19b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0" y="4265612"/>
            <a:ext cx="971550" cy="877888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142844" y="2786064"/>
            <a:ext cx="1491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>
                    <a:lumMod val="95000"/>
                  </a:schemeClr>
                </a:solidFill>
              </a:rPr>
              <a:t>Freedom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2910" y="4429138"/>
            <a:ext cx="2209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>
                    <a:lumMod val="95000"/>
                  </a:schemeClr>
                </a:solidFill>
              </a:rPr>
              <a:t>More suitable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2844" y="3500444"/>
            <a:ext cx="1453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>
                    <a:lumMod val="95000"/>
                  </a:schemeClr>
                </a:solidFill>
              </a:rPr>
              <a:t>Graphics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14480" y="2786064"/>
            <a:ext cx="2926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>
                    <a:lumMod val="95000"/>
                  </a:schemeClr>
                </a:solidFill>
              </a:rPr>
              <a:t>Camera placement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14480" y="3500444"/>
            <a:ext cx="2840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>
                    <a:lumMod val="95000"/>
                  </a:schemeClr>
                </a:solidFill>
              </a:rPr>
              <a:t>More complicated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15008" y="2786064"/>
            <a:ext cx="1741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>
                    <a:lumMod val="95000"/>
                  </a:schemeClr>
                </a:solidFill>
              </a:rPr>
              <a:t>Less depth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5008" y="3500444"/>
            <a:ext cx="1080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>
                    <a:lumMod val="95000"/>
                  </a:schemeClr>
                </a:solidFill>
              </a:rPr>
              <a:t>Linear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72066" y="4429138"/>
            <a:ext cx="2950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>
                    <a:lumMod val="95000"/>
                  </a:schemeClr>
                </a:solidFill>
              </a:rPr>
              <a:t>Often underrated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099" name="Picture 3" descr="C:\Users\Stama\Desktop\GamerPET-Logo-2017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58082" y="3357568"/>
            <a:ext cx="1428760" cy="716715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7715272" y="3071816"/>
            <a:ext cx="833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LOL, JK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00628" y="4000510"/>
            <a:ext cx="3639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>
                    <a:lumMod val="95000"/>
                  </a:schemeClr>
                </a:solidFill>
              </a:rPr>
              <a:t>Pretty complicated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5720" y="2000246"/>
            <a:ext cx="8615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i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‘Every good idea borders on the stupid.’</a:t>
            </a:r>
            <a:endParaRPr lang="en-US" sz="2800" b="1" i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pic>
        <p:nvPicPr>
          <p:cNvPr id="4098" name="Picture 2" descr="C:\Users\Stama\Desktop\55cee9a541a6177f4acf8833695b19b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2450" y="4265612"/>
            <a:ext cx="971550" cy="877888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429389" y="2643188"/>
            <a:ext cx="1928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>
                    <a:lumMod val="95000"/>
                  </a:schemeClr>
                </a:solidFill>
              </a:rPr>
              <a:t>Michel </a:t>
            </a:r>
            <a:r>
              <a:rPr lang="en-US" sz="2000" dirty="0" err="1" smtClean="0">
                <a:solidFill>
                  <a:schemeClr val="bg1">
                    <a:lumMod val="95000"/>
                  </a:schemeClr>
                </a:solidFill>
              </a:rPr>
              <a:t>Gondry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69" y="-4795"/>
            <a:ext cx="9153938" cy="515309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-2" y="1"/>
            <a:ext cx="9144000" cy="642257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0" y="2784024"/>
            <a:ext cx="9144000" cy="235947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4032263" y="233195"/>
            <a:ext cx="892629" cy="838200"/>
          </a:xfrm>
          <a:prstGeom prst="ellipse">
            <a:avLst/>
          </a:prstGeom>
          <a:solidFill>
            <a:srgbClr val="FF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20780" y="491277"/>
            <a:ext cx="1069525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Features</a:t>
            </a:r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6481062" y="2457454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978482" y="2457454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479342" y="2468988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980202" y="2457454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7981923" y="2457283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77621" y="2468988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01414" y="2652273"/>
            <a:ext cx="805556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Gate 2</a:t>
            </a:r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6477" y="3112557"/>
            <a:ext cx="1235430" cy="8079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We plan on having some solid </a:t>
            </a:r>
            <a:r>
              <a:rPr lang="en-US" sz="1200" dirty="0" err="1" smtClean="0">
                <a:solidFill>
                  <a:schemeClr val="bg1"/>
                </a:solidFill>
              </a:rPr>
              <a:t>platformer</a:t>
            </a:r>
            <a:r>
              <a:rPr lang="en-US" sz="1200" dirty="0" smtClean="0">
                <a:solidFill>
                  <a:schemeClr val="bg1"/>
                </a:solidFill>
              </a:rPr>
              <a:t>  game mechanics.</a:t>
            </a:r>
            <a:endParaRPr lang="en-US" sz="1200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 rot="18589786">
            <a:off x="383159" y="1627625"/>
            <a:ext cx="1385033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Platformer</a:t>
            </a:r>
            <a:endParaRPr lang="en-US" b="1" dirty="0" smtClean="0">
              <a:solidFill>
                <a:schemeClr val="bg1"/>
              </a:solidFill>
              <a:latin typeface="+mj-lt"/>
              <a:cs typeface="Estrangelo Edessa" panose="03080600000000000000" pitchFamily="66" charset="0"/>
            </a:endParaRPr>
          </a:p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mechanics</a:t>
            </a:r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02274" y="2629026"/>
            <a:ext cx="805556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Gate 2</a:t>
            </a:r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403135" y="2500312"/>
            <a:ext cx="805556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Gate 2.5</a:t>
            </a:r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902650" y="2625325"/>
            <a:ext cx="805556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Gate 3</a:t>
            </a:r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04855" y="2640731"/>
            <a:ext cx="805556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Gate 3</a:t>
            </a:r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07060" y="2640731"/>
            <a:ext cx="805556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cs typeface="Estrangelo Edessa" panose="03080600000000000000" pitchFamily="66" charset="0"/>
              </a:rPr>
              <a:t>Gate 3</a:t>
            </a:r>
            <a:endParaRPr lang="en-US" b="1" dirty="0" smtClean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  <a:p>
            <a:pPr algn="ctr"/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87337" y="3110488"/>
            <a:ext cx="1235430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Explore with our memorable main character different, colorful, low poly environments.</a:t>
            </a:r>
            <a:endParaRPr lang="en-US" sz="1200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88198" y="3109549"/>
            <a:ext cx="1235430" cy="99257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Outsmart a small variety of enemies which all want to take you out.</a:t>
            </a:r>
            <a:endParaRPr lang="en-US" sz="1200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689058" y="3115117"/>
            <a:ext cx="1235430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Fight your way through the enemies using a simple sword and a small variety of attacks.</a:t>
            </a:r>
            <a:endParaRPr lang="en-US" sz="1200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166099" y="3115117"/>
            <a:ext cx="1235430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Enjoy a variety of pop culture references, as well as a lot of jokes during the </a:t>
            </a:r>
            <a:r>
              <a:rPr lang="en-US" sz="1200" dirty="0" err="1" smtClean="0">
                <a:solidFill>
                  <a:schemeClr val="bg1"/>
                </a:solidFill>
              </a:rPr>
              <a:t>playthrough</a:t>
            </a:r>
            <a:r>
              <a:rPr lang="en-US" sz="1200" dirty="0" smtClean="0">
                <a:solidFill>
                  <a:schemeClr val="bg1"/>
                </a:solidFill>
              </a:rPr>
              <a:t>.</a:t>
            </a:r>
            <a:endParaRPr lang="en-US" sz="1200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43140" y="3115117"/>
            <a:ext cx="1235430" cy="154657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Use different spells like shooting fireballs, slowing down the time or even stopping it for a few seconds.</a:t>
            </a:r>
            <a:endParaRPr lang="en-US" sz="1200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 rot="18589786">
            <a:off x="7868017" y="1766123"/>
            <a:ext cx="1385033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Superpowers</a:t>
            </a:r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 rot="18589786">
            <a:off x="1871891" y="1535656"/>
            <a:ext cx="1518367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Different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environments</a:t>
            </a:r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 rot="18589786">
            <a:off x="3397054" y="1632338"/>
            <a:ext cx="1385033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Different Enemies</a:t>
            </a:r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 rot="18589786">
            <a:off x="4775616" y="1438446"/>
            <a:ext cx="1881942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Hack and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Slash elements</a:t>
            </a:r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 rot="18589786">
            <a:off x="6332815" y="1766124"/>
            <a:ext cx="1385033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Pop culture</a:t>
            </a:r>
            <a:endParaRPr lang="en-US" b="1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pic>
        <p:nvPicPr>
          <p:cNvPr id="5122" name="Picture 2" descr="C:\Users\Stama\Desktop\620ed591fdec0bef7c7fba67f7000fda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265612"/>
            <a:ext cx="904875" cy="8778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9477940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/>
      <p:bldP spid="2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/>
      <p:bldP spid="26" grpId="0"/>
      <p:bldP spid="30" grpId="0"/>
      <p:bldP spid="33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6" grpId="0"/>
      <p:bldP spid="57" grpId="0"/>
      <p:bldP spid="58" grpId="0"/>
      <p:bldP spid="59" grpId="0"/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69" y="-4795"/>
            <a:ext cx="9153938" cy="515309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-2" y="1"/>
            <a:ext cx="9144000" cy="642257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0" y="2784025"/>
            <a:ext cx="9144000" cy="235947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6671910" y="2443843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2108259" y="1"/>
            <a:ext cx="1" cy="24710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356546" y="1"/>
            <a:ext cx="1" cy="24710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746287" y="5443"/>
            <a:ext cx="1" cy="24710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00892" y="0"/>
            <a:ext cx="1" cy="24710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239780" y="-27214"/>
            <a:ext cx="1" cy="24710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781688" y="2457454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033881" y="2457454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419716" y="2457454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7924104" y="2441125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33400" y="2471057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>
            <a:off x="859971" y="-13603"/>
            <a:ext cx="1" cy="24710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5209" y="3150595"/>
            <a:ext cx="1069525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u="sng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Puzzles</a:t>
            </a:r>
            <a:endParaRPr lang="en-US" u="sng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00166" y="3154273"/>
            <a:ext cx="1214446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u="sng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Collectibles</a:t>
            </a:r>
            <a:endParaRPr lang="en-US" u="sng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14613" y="3154273"/>
            <a:ext cx="1285884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u="sng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Checkpoints</a:t>
            </a:r>
            <a:endParaRPr lang="en-US" u="sng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43504" y="3150595"/>
            <a:ext cx="1214446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u="sng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Soundtrack</a:t>
            </a:r>
            <a:endParaRPr lang="en-US" u="sng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59811" y="3150595"/>
            <a:ext cx="1069525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u="sng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Controls</a:t>
            </a:r>
            <a:endParaRPr lang="en-US" u="sng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29520" y="3150595"/>
            <a:ext cx="1714481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u="sng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Break the wall</a:t>
            </a:r>
            <a:endParaRPr lang="en-US" u="sng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43" y="2530190"/>
            <a:ext cx="528857" cy="52885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243" y="2506371"/>
            <a:ext cx="495842" cy="49584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896" y="2503447"/>
            <a:ext cx="495842" cy="49584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42255" y="3395182"/>
            <a:ext cx="1235430" cy="8079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1200" i="1" dirty="0" smtClean="0">
                <a:solidFill>
                  <a:schemeClr val="bg1">
                    <a:lumMod val="85000"/>
                  </a:schemeClr>
                </a:solidFill>
              </a:rPr>
              <a:t>A few of the levels will also include small puzzle sections.</a:t>
            </a:r>
            <a:endParaRPr lang="en-US" sz="1200" i="1" dirty="0">
              <a:solidFill>
                <a:schemeClr val="bg1">
                  <a:lumMod val="85000"/>
                </a:schemeClr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91459" y="3381760"/>
            <a:ext cx="1235430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1200" i="1" dirty="0" smtClean="0">
                <a:solidFill>
                  <a:schemeClr val="bg1">
                    <a:lumMod val="85000"/>
                  </a:schemeClr>
                </a:solidFill>
              </a:rPr>
              <a:t>Collect coins in order to increase the overall score.</a:t>
            </a:r>
            <a:endParaRPr lang="en-US" sz="1200" i="1" dirty="0">
              <a:solidFill>
                <a:schemeClr val="bg1">
                  <a:lumMod val="85000"/>
                </a:schemeClr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740663" y="3381940"/>
            <a:ext cx="1235430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1200" i="1" dirty="0" smtClean="0">
                <a:solidFill>
                  <a:schemeClr val="bg1">
                    <a:lumMod val="85000"/>
                  </a:schemeClr>
                </a:solidFill>
              </a:rPr>
              <a:t>Discover different checkpoints that will save your progress as you proceed into the levels.</a:t>
            </a:r>
            <a:endParaRPr lang="en-US" sz="1200" i="1" dirty="0">
              <a:solidFill>
                <a:schemeClr val="bg1">
                  <a:lumMod val="85000"/>
                </a:schemeClr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141429" y="3381760"/>
            <a:ext cx="1235430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1200" i="1" dirty="0" smtClean="0">
                <a:solidFill>
                  <a:schemeClr val="bg1">
                    <a:lumMod val="85000"/>
                  </a:schemeClr>
                </a:solidFill>
              </a:rPr>
              <a:t>Sit back and enjoy our original soundtrack.</a:t>
            </a:r>
            <a:endParaRPr lang="en-US" sz="1200" i="1" dirty="0">
              <a:solidFill>
                <a:schemeClr val="bg1">
                  <a:lumMod val="85000"/>
                </a:schemeClr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78974" y="3382407"/>
            <a:ext cx="1235430" cy="8079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1200" i="1" dirty="0" smtClean="0">
                <a:solidFill>
                  <a:schemeClr val="bg1">
                    <a:lumMod val="85000"/>
                  </a:schemeClr>
                </a:solidFill>
              </a:rPr>
              <a:t>Simplified controls will make the game more accessible.</a:t>
            </a:r>
            <a:endParaRPr lang="en-US" sz="1200" i="1" dirty="0">
              <a:solidFill>
                <a:schemeClr val="bg1">
                  <a:lumMod val="85000"/>
                </a:schemeClr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22064" y="3395363"/>
            <a:ext cx="1235430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sz="1200" i="1" dirty="0" smtClean="0">
                <a:solidFill>
                  <a:schemeClr val="bg1">
                    <a:lumMod val="85000"/>
                  </a:schemeClr>
                </a:solidFill>
              </a:rPr>
              <a:t>Wish we could spoil you more about this, but even mentioning it should get you excited.</a:t>
            </a:r>
            <a:endParaRPr lang="en-US" sz="1200" i="1" dirty="0">
              <a:solidFill>
                <a:schemeClr val="bg1">
                  <a:lumMod val="85000"/>
                </a:schemeClr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032263" y="233195"/>
            <a:ext cx="892629" cy="838200"/>
          </a:xfrm>
          <a:prstGeom prst="ellipse">
            <a:avLst/>
          </a:prstGeom>
          <a:solidFill>
            <a:srgbClr val="FF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3920780" y="357172"/>
            <a:ext cx="1069525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b="1" dirty="0" smtClean="0">
                <a:latin typeface="+mj-lt"/>
                <a:cs typeface="Estrangelo Edessa" panose="03080600000000000000" pitchFamily="66" charset="0"/>
              </a:rPr>
              <a:t>Even more</a:t>
            </a:r>
            <a:endParaRPr lang="en-US" b="1" dirty="0"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pic>
        <p:nvPicPr>
          <p:cNvPr id="6146" name="Picture 2" descr="C:\Users\Stama\Desktop\checkpoint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000364" y="2428874"/>
            <a:ext cx="714380" cy="714380"/>
          </a:xfrm>
          <a:prstGeom prst="rect">
            <a:avLst/>
          </a:prstGeom>
          <a:noFill/>
        </p:spPr>
      </p:pic>
      <p:pic>
        <p:nvPicPr>
          <p:cNvPr id="6147" name="Picture 3" descr="C:\Users\Stama\Desktop\room_sound1600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00694" y="2500312"/>
            <a:ext cx="508000" cy="508000"/>
          </a:xfrm>
          <a:prstGeom prst="rect">
            <a:avLst/>
          </a:prstGeom>
          <a:noFill/>
        </p:spPr>
      </p:pic>
      <p:pic>
        <p:nvPicPr>
          <p:cNvPr id="6148" name="Picture 4" descr="C:\Users\Stama\Desktop\Wall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001024" y="2500312"/>
            <a:ext cx="500066" cy="500066"/>
          </a:xfrm>
          <a:prstGeom prst="rect">
            <a:avLst/>
          </a:prstGeom>
          <a:noFill/>
        </p:spPr>
      </p:pic>
      <p:pic>
        <p:nvPicPr>
          <p:cNvPr id="51" name="Picture 2" descr="C:\Users\Stama\Desktop\620ed591fdec0bef7c7fba67f7000fda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4265612"/>
            <a:ext cx="904875" cy="8778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0197765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000"/>
                            </p:stCondLst>
                            <p:childTnLst>
                              <p:par>
                                <p:cTn id="14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69" y="-4795"/>
            <a:ext cx="9153938" cy="515309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-2" y="1"/>
            <a:ext cx="9144000" cy="642257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sz="2800" b="1" dirty="0" smtClean="0">
                <a:latin typeface="+mj-lt"/>
              </a:rPr>
              <a:t>Unique selling points</a:t>
            </a:r>
            <a:endParaRPr lang="en-US" sz="2800" b="1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98548" y="5028083"/>
            <a:ext cx="247208" cy="10002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sz="100" dirty="0" smtClean="0">
                <a:solidFill>
                  <a:schemeClr val="bg1">
                    <a:lumMod val="75000"/>
                  </a:schemeClr>
                </a:solidFill>
                <a:hlinkClick r:id="rId3"/>
              </a:rPr>
              <a:t>Free PowerPoint Templates</a:t>
            </a:r>
            <a:endParaRPr lang="en-US" sz="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529492" y="1745168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20" name="Oval 19"/>
          <p:cNvSpPr/>
          <p:nvPr/>
        </p:nvSpPr>
        <p:spPr>
          <a:xfrm>
            <a:off x="529491" y="2640283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sz="2400" dirty="0" smtClean="0"/>
              <a:t>3</a:t>
            </a:r>
            <a:endParaRPr lang="en-US" sz="2400" dirty="0"/>
          </a:p>
        </p:txBody>
      </p:sp>
      <p:sp>
        <p:nvSpPr>
          <p:cNvPr id="21" name="Oval 20"/>
          <p:cNvSpPr/>
          <p:nvPr/>
        </p:nvSpPr>
        <p:spPr>
          <a:xfrm>
            <a:off x="529491" y="3535399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sz="2400" dirty="0" smtClean="0"/>
              <a:t>4</a:t>
            </a:r>
            <a:endParaRPr lang="en-US" sz="2400" dirty="0"/>
          </a:p>
        </p:txBody>
      </p:sp>
      <p:sp>
        <p:nvSpPr>
          <p:cNvPr id="23" name="Oval 22"/>
          <p:cNvSpPr/>
          <p:nvPr/>
        </p:nvSpPr>
        <p:spPr>
          <a:xfrm>
            <a:off x="529491" y="885681"/>
            <a:ext cx="653143" cy="62048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US" sz="2400" dirty="0" smtClean="0"/>
              <a:t>1</a:t>
            </a:r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1301013" y="846879"/>
            <a:ext cx="1627913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u="sng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Twisted</a:t>
            </a:r>
            <a:endParaRPr lang="en-US" u="sng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01013" y="1058825"/>
            <a:ext cx="2062673" cy="40780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sz="1100" i="1" dirty="0" smtClean="0">
                <a:solidFill>
                  <a:schemeClr val="bg1">
                    <a:lumMod val="85000"/>
                  </a:schemeClr>
                </a:solidFill>
                <a:latin typeface="+mj-lt"/>
              </a:rPr>
              <a:t>The twisted story between Heaven and Hell.</a:t>
            </a:r>
            <a:endParaRPr lang="en-US" sz="1100" i="1" dirty="0">
              <a:solidFill>
                <a:schemeClr val="bg1">
                  <a:lumMod val="85000"/>
                </a:schemeClr>
              </a:solidFill>
              <a:latin typeface="+mj-lt"/>
              <a:cs typeface="Estrangelo Edessa" panose="03080600000000000000" pitchFamily="66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301013" y="1664131"/>
            <a:ext cx="1069525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u="sng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The looks</a:t>
            </a:r>
            <a:endParaRPr lang="en-US" u="sng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01013" y="2572700"/>
            <a:ext cx="1270723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u="sng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References</a:t>
            </a:r>
            <a:endParaRPr lang="en-US" u="sng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97102" y="3486933"/>
            <a:ext cx="2060452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u="sng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The main character</a:t>
            </a:r>
            <a:endParaRPr lang="en-US" u="sng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01013" y="1901720"/>
            <a:ext cx="2062673" cy="40780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sz="1100" i="1" dirty="0" smtClean="0">
                <a:solidFill>
                  <a:schemeClr val="bg1">
                    <a:lumMod val="85000"/>
                  </a:schemeClr>
                </a:solidFill>
                <a:latin typeface="+mj-lt"/>
              </a:rPr>
              <a:t>The overall low poly look of the game.</a:t>
            </a:r>
            <a:endParaRPr lang="en-US" sz="1100" i="1" dirty="0">
              <a:solidFill>
                <a:schemeClr val="bg1">
                  <a:lumMod val="85000"/>
                </a:schemeClr>
              </a:solidFill>
              <a:latin typeface="+mj-lt"/>
              <a:cs typeface="Estrangelo Edessa" panose="03080600000000000000" pitchFamily="66" charset="0"/>
            </a:endParaRPr>
          </a:p>
        </p:txBody>
      </p:sp>
      <p:pic>
        <p:nvPicPr>
          <p:cNvPr id="7170" name="Picture 2" descr="C:\Users\Stama\Documents\ShareX\Screenshots\2017-10\2017-10-20_15-20-47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29256" y="1500180"/>
            <a:ext cx="2814625" cy="2768332"/>
          </a:xfrm>
          <a:prstGeom prst="rect">
            <a:avLst/>
          </a:prstGeom>
          <a:noFill/>
        </p:spPr>
      </p:pic>
      <p:sp>
        <p:nvSpPr>
          <p:cNvPr id="46" name="TextBox 45"/>
          <p:cNvSpPr txBox="1"/>
          <p:nvPr/>
        </p:nvSpPr>
        <p:spPr>
          <a:xfrm>
            <a:off x="1297102" y="2797233"/>
            <a:ext cx="2062673" cy="40780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sz="1100" i="1" dirty="0" smtClean="0">
                <a:solidFill>
                  <a:schemeClr val="bg1">
                    <a:lumMod val="85000"/>
                  </a:schemeClr>
                </a:solidFill>
                <a:latin typeface="+mj-lt"/>
              </a:rPr>
              <a:t>The multitude of pop culture references.</a:t>
            </a:r>
            <a:endParaRPr lang="en-US" sz="1100" i="1" dirty="0">
              <a:solidFill>
                <a:schemeClr val="bg1">
                  <a:lumMod val="85000"/>
                </a:schemeClr>
              </a:solidFill>
              <a:latin typeface="+mj-lt"/>
              <a:cs typeface="Estrangelo Edessa" panose="03080600000000000000" pitchFamily="66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97102" y="3774159"/>
            <a:ext cx="2062673" cy="5770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sz="1100" i="1" dirty="0" smtClean="0">
                <a:solidFill>
                  <a:schemeClr val="bg1">
                    <a:lumMod val="85000"/>
                  </a:schemeClr>
                </a:solidFill>
                <a:latin typeface="+mj-lt"/>
              </a:rPr>
              <a:t>We plan on making the main character memorable and bring him to life as well as we can.</a:t>
            </a:r>
            <a:endParaRPr lang="en-US" sz="1100" i="1" dirty="0">
              <a:solidFill>
                <a:schemeClr val="bg1">
                  <a:lumMod val="85000"/>
                </a:schemeClr>
              </a:solidFill>
              <a:latin typeface="+mj-lt"/>
              <a:cs typeface="Estrangelo Edessa" panose="03080600000000000000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4931229"/>
            <a:ext cx="9144000" cy="2122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4786314" y="1000114"/>
            <a:ext cx="892629" cy="83820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786313" y="1142990"/>
            <a:ext cx="928695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  <a:cs typeface="Estrangelo Edessa" panose="03080600000000000000" pitchFamily="66" charset="0"/>
              </a:rPr>
              <a:t>Sneak Peek</a:t>
            </a:r>
            <a:endParaRPr lang="en-US" dirty="0">
              <a:solidFill>
                <a:schemeClr val="bg1"/>
              </a:solidFill>
              <a:latin typeface="AR BONNIE" panose="02000000000000000000" pitchFamily="2" charset="0"/>
              <a:cs typeface="Estrangelo Edessa" panose="03080600000000000000" pitchFamily="66" charset="0"/>
            </a:endParaRPr>
          </a:p>
        </p:txBody>
      </p:sp>
      <p:pic>
        <p:nvPicPr>
          <p:cNvPr id="30" name="Picture 2" descr="C:\Users\Stama\Desktop\55cee9a541a6177f4acf8833695b19b7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72450" y="4265612"/>
            <a:ext cx="971550" cy="8778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8020430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19" grpId="0" animBg="1"/>
      <p:bldP spid="20" grpId="0" animBg="1"/>
      <p:bldP spid="21" grpId="0" animBg="1"/>
      <p:bldP spid="23" grpId="0" animBg="1"/>
      <p:bldP spid="25" grpId="0"/>
      <p:bldP spid="33" grpId="0"/>
      <p:bldP spid="42" grpId="0"/>
      <p:bldP spid="43" grpId="0"/>
      <p:bldP spid="44" grpId="0"/>
      <p:bldP spid="45" grpId="0"/>
      <p:bldP spid="46" grpId="0"/>
      <p:bldP spid="47" grpId="0"/>
      <p:bldP spid="3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3429000" y="160716"/>
            <a:ext cx="2286000" cy="2286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 smtClean="0">
                <a:solidFill>
                  <a:schemeClr val="bg1"/>
                </a:solidFill>
              </a:rPr>
              <a:t>Target</a:t>
            </a:r>
          </a:p>
          <a:p>
            <a:pPr algn="ctr"/>
            <a:r>
              <a:rPr lang="en-US" sz="2100" b="1" dirty="0" smtClean="0">
                <a:solidFill>
                  <a:schemeClr val="bg1"/>
                </a:solidFill>
              </a:rPr>
              <a:t>Platform</a:t>
            </a:r>
          </a:p>
          <a:p>
            <a:pPr algn="ctr"/>
            <a:r>
              <a:rPr lang="en-US" sz="2100" b="1" dirty="0" smtClean="0">
                <a:solidFill>
                  <a:schemeClr val="bg1"/>
                </a:solidFill>
              </a:rPr>
              <a:t>And </a:t>
            </a:r>
          </a:p>
          <a:p>
            <a:pPr algn="ctr"/>
            <a:r>
              <a:rPr lang="en-US" sz="2100" b="1" dirty="0" smtClean="0">
                <a:solidFill>
                  <a:schemeClr val="bg1"/>
                </a:solidFill>
              </a:rPr>
              <a:t>Competition</a:t>
            </a:r>
            <a:endParaRPr lang="en-US" sz="21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2643188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ctr"/>
            <a:r>
              <a:rPr lang="en-US" sz="2000" dirty="0" smtClean="0">
                <a:solidFill>
                  <a:schemeClr val="bg1"/>
                </a:solidFill>
              </a:rPr>
              <a:t>PC, with versions for both Windows and Linux. </a:t>
            </a:r>
          </a:p>
          <a:p>
            <a:pPr marL="742950" indent="-742950" algn="ctr"/>
            <a:r>
              <a:rPr lang="en-US" sz="2000" dirty="0" smtClean="0">
                <a:solidFill>
                  <a:schemeClr val="bg1"/>
                </a:solidFill>
              </a:rPr>
              <a:t>Consoles might follow at a later date if everything goes well with the PC version. And our crazy coder considers an android version as well.</a:t>
            </a:r>
          </a:p>
          <a:p>
            <a:pPr marL="742950" indent="-742950" algn="ctr"/>
            <a:r>
              <a:rPr lang="en-US" sz="2000" dirty="0" smtClean="0">
                <a:solidFill>
                  <a:schemeClr val="bg1"/>
                </a:solidFill>
              </a:rPr>
              <a:t>Competition: </a:t>
            </a:r>
            <a:r>
              <a:rPr lang="en-US" sz="2000" dirty="0" err="1" smtClean="0">
                <a:solidFill>
                  <a:schemeClr val="bg1"/>
                </a:solidFill>
              </a:rPr>
              <a:t>collectathon</a:t>
            </a:r>
            <a:r>
              <a:rPr lang="en-US" sz="2000" dirty="0" smtClean="0">
                <a:solidFill>
                  <a:schemeClr val="bg1"/>
                </a:solidFill>
              </a:rPr>
              <a:t> games like Hob and the recently released A Hat in Time.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076" name="Picture 4" descr="C:\Users\Stama\Desktop\55cee9a541a6177f4acf8833695b19b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0" y="4265612"/>
            <a:ext cx="971550" cy="87788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animBg="1"/>
      <p:bldP spid="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429256" y="4435614"/>
            <a:ext cx="25619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i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Thank you!</a:t>
            </a:r>
            <a:endParaRPr lang="en-US" sz="2800" b="1" i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pic>
        <p:nvPicPr>
          <p:cNvPr id="4098" name="Picture 2" descr="C:\Users\Stama\Desktop\55cee9a541a6177f4acf8833695b19b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2450" y="4265612"/>
            <a:ext cx="971550" cy="877888"/>
          </a:xfrm>
          <a:prstGeom prst="rect">
            <a:avLst/>
          </a:prstGeom>
          <a:noFill/>
        </p:spPr>
      </p:pic>
      <p:pic>
        <p:nvPicPr>
          <p:cNvPr id="23555" name="Picture 3" descr="C:\Users\Stama\Desktop\Hoodie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214296"/>
            <a:ext cx="2143140" cy="2143140"/>
          </a:xfrm>
          <a:prstGeom prst="rect">
            <a:avLst/>
          </a:prstGeom>
          <a:noFill/>
        </p:spPr>
      </p:pic>
      <p:pic>
        <p:nvPicPr>
          <p:cNvPr id="23556" name="Picture 4" descr="C:\Users\Stama\Desktop\22657148_1236837076461463_1494800748_n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00298" y="214296"/>
            <a:ext cx="2500330" cy="4688573"/>
          </a:xfrm>
          <a:prstGeom prst="rect">
            <a:avLst/>
          </a:prstGeom>
          <a:noFill/>
        </p:spPr>
      </p:pic>
      <p:pic>
        <p:nvPicPr>
          <p:cNvPr id="23557" name="Picture 5" descr="C:\Users\Stama\Documents\ShareX\Screenshots\2017-10\2017-10-20_15-20-11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72132" y="214296"/>
            <a:ext cx="3071834" cy="2185434"/>
          </a:xfrm>
          <a:prstGeom prst="rect">
            <a:avLst/>
          </a:prstGeom>
          <a:noFill/>
        </p:spPr>
      </p:pic>
      <p:pic>
        <p:nvPicPr>
          <p:cNvPr id="23558" name="Picture 6" descr="C:\Users\Stama\Documents\ShareX\Screenshots\2017-10\2017-10-20_15-18-2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15008" y="2428874"/>
            <a:ext cx="2857520" cy="1877062"/>
          </a:xfrm>
          <a:prstGeom prst="rect">
            <a:avLst/>
          </a:prstGeom>
          <a:noFill/>
        </p:spPr>
      </p:pic>
      <p:pic>
        <p:nvPicPr>
          <p:cNvPr id="9" name="Picture 2" descr="C:\Users\Stama\Desktop\620ed591fdec0bef7c7fba67f7000fda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4265612"/>
            <a:ext cx="904875" cy="87788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446</Words>
  <PresentationFormat>On-screen Show (16:9)</PresentationFormat>
  <Paragraphs>97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Temă Office</vt:lpstr>
      <vt:lpstr>LITTLE SUPER DEVIL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Stama</dc:creator>
  <cp:lastModifiedBy>Stama</cp:lastModifiedBy>
  <cp:revision>29</cp:revision>
  <dcterms:created xsi:type="dcterms:W3CDTF">2017-10-20T10:35:28Z</dcterms:created>
  <dcterms:modified xsi:type="dcterms:W3CDTF">2017-10-20T16:29:57Z</dcterms:modified>
</cp:coreProperties>
</file>